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AEGIS-SecureCompany SOC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Real-Time Cyber Attack Detection &amp; Automated Defense System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Internship Final Oral Presentation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University of Computer Studies (HPA-AN)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Presentation 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1. Overview of Internship Site &amp; Responsibilities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2. Challenges &amp; Successes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3. Special Project — AEGIS-SecureCompany SOC Dashboard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• Problem Statement &amp; Objectives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• Network Architecture (Public Services Focus)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• System Architecture &amp; Data Flow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• Detection, Monitoring &amp; Automated Defense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• Dashboard Features &amp; Results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• Advantages, Limitations &amp; Future Work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4. Lessons Learned &amp; Future Plans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5. Conclusion &amp; Q&amp;A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Overview of Internship Site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Organization: University of Computer Studies (HPA-AN)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Department: Cybersecurity — Group 1 (Sec02 &amp; Sec03)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Internship Type: Company Project-based Internship (2025-2026)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Project Duration: May 2026 – July 2026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Onsite Supervisor: Dr. Htay Htay Yi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Lab Environment: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GNS3 network simulation with real security tools (pfSense, Suricata, Fail2ban)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Cloud-based SOC dashboard (Vercel + Render + Supabase)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Red Team / Blue Team cyber range for attack-defense simulation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Internship Responsibilities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Designed and deployed a full-stack SOC monitoring platform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Built network segmentation using pfSense firewall (DMZ / Public zone)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Configured Suricata IDS and Fail2ban on public-facing servers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Developed centralized log collection and real-time alerting pipeline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Implemented automated defense mechanisms with reversible actions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Created a React-based dashboard for live security event visualization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Integrated AI-powered threat analysis and Telegram notifications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Documented system architecture, API specifications, and setup guides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Conducted controlled attack simulations and defense validation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Challenges Experienced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Distributed log formats across Suricata, Fail2ban, SSH, and HTTP sensors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Normalizing heterogeneous security events into a unified data model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Ensuring defense commands are target-specific and reversible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Handling API/SSH disconnects and log rotation without data loss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Preventing secret exposure in client-side dashboard code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Balancing real-time SSE streaming with persistent audit trails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Managing dynamic attacker IPs without hard-coding rules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Coordinating live demo reliability in a virtualized lab environment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Successes Experienced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Successfully deployed a production-ready SOC dashboard on Vercel &amp; Render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Achieved end-to-end real-time event flow: attack → detect → alert → defend → verify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Automated IP blocking via iptables and pfSense REST API with audit logging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Integrated Groq AI for Burmese + English threat analysis and briefings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Delivered Telegram push notifications for critical security events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Maintained 100% separation between public DMZ and internal services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Passed full system readiness review and effectiveness audit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Created comprehensive documentation and setup guides for reproducibility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Special Project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AEGIS-SecureCompany SOC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Project Name: AEGIS — AI-Powered Cyber External Attack Detection &amp; Automated Defense System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Type: Full-stack Real-Time SOC Dashboard for GNS3 Lab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Mission: Centralized monitoring, real-time threat detection, and automated response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Core Concept: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Traditional security relies on manual monitoring → slow detection &amp; response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AEGIS combines network IDS (Suricata), host logs, and cloud analytics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Provides administrators with instant visibility and autonomous defense actions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Late attack detection — Brute force, web attacks, port scans often missed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No centralized monitoring — logs scattered across web, DNS, DB, and firewall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Slow incident response — manual correlation delays containment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Growing cybersecurity threats — requires scalable, automated solutions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Impact: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Delayed response leads to data breaches and service downtime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Manual processes are error-prone and unsustainable at scale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1. Secure the network using pfSense firewall with strict zone segmentation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2. Separate public and internal services through DMZ / Internal / MGMT zones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3. Collect and analyze security-related logs from all public sensors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4. Provide a centralized monitoring dashboard with real-time visualization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5. Deliver real-time Telegram alerts when suspicious activities are detected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6. Improve incident response time through continuous monitoring &amp; automation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7. Enable reversible, auditable automated defense actions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Network Architecture — Public Services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Topology: Attacker → Router → pfSense → DMZ (Public Services)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DMZ Zone (Public-Facing):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company-web-server (10.10.10.10) — Apache, ModSecurity, Suricata, Fail2ban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DNS-Server (10.10.10.20) — BIND9, Fail2ban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pfSense Firewall: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Stateful packet inspection and network segmentation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Suricata IDS on WAN interface for packet-level threat detection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WAN block rules via REST API for automated attacker isolation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Note: Internal database and management zones are excluded from this public overview per presentation guidelines.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Three-Tier Cloud Architecture: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1. Frontend (Vercel): React + Vite + TailwindCSS + shadcn/ui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• Live dashboard with SSE streaming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• Command Center, Security Events, Incidents, Alerts panels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2. Backend (Render): Express 5 + TypeScript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• REST API for ingest, query, defense, and AI analysis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• Drizzle ORM with PostgreSQL (Supabase)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3. Collection Agent (AEGIS Hub):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• SSH-based log tailing from public servers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• Authenticated event posting to cloud API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End-to-End Data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Attack Phase: Red Team tools (nmap, sqlmap, hydra, hping3)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↓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Detection Phase: Suricata + Fail2ban + native logs on public servers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↓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Forwarding Phase: AEGIS Hub parses &amp; authenticates events → POST /api/ingest/*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↓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API Server: Validates → Persists to PostgreSQL → Evaluates defense rules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↓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Live Dashboard: SSE push for real-time visualization + Telegram alerts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Detection &amp; Monitoring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Suricata Network IDS: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Packet-level inspection for port scans, DDoS, web attacks, exploits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EVE JSON output with signature matching and flow analysis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Fail2ban Host-Level Protection: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SSH brute-force detection and automatic iptables banning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FTP brute-force and repeated web attack prevention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Apache / ModSecurity: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SQL injection, XSS, and OWASP Top 10 attack detection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Unified Event Normalization: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All sensor outputs mapped to standardized categories for rule processing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Automated Defense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Flow: Detect → Validate → Persist → Evaluate → Queue → Claim → Execute → Verify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Auto-Defense Actions: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SSH brute-force → iptables DROP on target public server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Port scan / web attack → iptables DROP + pfSense WAN block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Critical alerts → Telegram notification to security admin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Manual Defense (Dashboard):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Admin can block/unblock any IP from Defense Center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pfSense REST API integration for persistent WAN blocking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Full audit log of all defense actions with timestamps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Dashboard Features &amp;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Command Center: Live attack volume charts, event counters, threat indicators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Security Events: Real-time feed from all public sensors with severity levels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Incidents: Severity tracking, status updates, and AI-generated analysis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Active Alerts: Triage panel with acknowledge/resolve actions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Network Monitor: Live topology map of DMZ servers with host status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Defense Center: Block/unblock controls, rule management, action audit log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AI Analysis: Groq llama-3.3-70b threat explanations (Burmese + English)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Reports: Auto-scheduled SOC reports delivered via Telegram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AI-Powered Intelligence &amp; Reporting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Groq AI Integration (llama-3.3-70b):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Per-IP threat analysis and defense recommendations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Natural language event explanations for non-technical stakeholders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Bilingual output (Burmese + English) for local context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Automated Reporting: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Scheduled SOC summary reports with attack trends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Telegram delivery for immediate access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Visual metrics and incident timelines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Early threat detection through multi-sensor correlation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Quick incident response via automated defense pipeline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Centralized monitoring eliminates log fragmentation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Reversible defense actions prevent accidental lockouts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Real-time visualization supports proactive security decisions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AI-powered analysis reduces analyst workload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Network segmentation limits blast radius of compromised public servers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Comprehensive audit trail for compliance and forensics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Prototype lab environment — not production-hardened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Limited attack scenario coverage (focused on common web &amp; network attacks)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Depends on reliable network connectivity between hub and servers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No durable disk spool for extended API outages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Single point of failure in hub agent (future: redundant collectors)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AI analysis depends on external API availability (Groq rate limits)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pfSense effectiveness verified via single CI check per defense action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Lessons Learned &amp; Future Application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Technical Skills Gained: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Full-stack TypeScript development (React, Express, PostgreSQL, Drizzle)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Network security architecture and firewall segmentation design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SOC operations, incident response, and threat hunting methodologies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Academic Connections: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Applied database design, API security, and real-time systems theory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Bridged classroom networking concepts with practical GNS3 implementation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Professional Application: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Experience with cloud deployment, monitoring, and alerting at scale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Understanding of defense-in-depth and least-privilege principles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Plans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Academic: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Pursue advanced studies in cybersecurity and AI-powered threat detection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Research durable message queues and stateless API scaling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Professional: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Seek roles as SOC Analyst, Blue Team Engineer, or Security Automation Developer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Contribute to open-source security monitoring and SIEM projects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Project Enhancements: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Implement RBAC (Role-Based Access Control) for multi-user dashboards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Add durable disk spool for offline resilience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Expand test coverage with CI/CD integration tests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Deploy redundant hub agents for high availability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AEGIS-SecureCompany successfully demonstrates a complete SOC pipeline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Real-time detection, centralized monitoring, and automated defense are achievable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Network segmentation protects internal assets while public sensors provide visibility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AI integration enhances analyst capabilities with automated threat intelligence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The project meets all internship objectives and exceeds baseline requirements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This work bridges academic cybersecurity education with real-world SOC operations.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Questions &amp; Answers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Mg Si Thu Phyo | Mg Paing Thant Kyaw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Group 1 — Cybersecurity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Supervised by Dr. Htay Htay Yi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University of Computer Studies (HPA-AN)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AEGIS-SecureCompany SOC - Internship Final Presentation</dc:title>
  <dc:subject>PptxGenJS Presentation</dc:subject>
  <dc:creator>Mg Si Thu Phyo &amp; Mg Paing Thant Kyaw</dc:creator>
  <cp:lastModifiedBy>Mg Si Thu Phyo &amp; Mg Paing Thant Kyaw</cp:lastModifiedBy>
  <cp:revision>1</cp:revision>
  <dcterms:created xsi:type="dcterms:W3CDTF">2026-08-13T12:55:03Z</dcterms:created>
  <dcterms:modified xsi:type="dcterms:W3CDTF">2026-08-13T12:55:03Z</dcterms:modified>
</cp:coreProperties>
</file>